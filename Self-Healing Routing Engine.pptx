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29708ade-a6a1-4225-af99-be7016b4c6cc.fntdata" /><ns0:Relationship Id="rIdFont16" Type="http://schemas.openxmlformats.org/officeDocument/2006/relationships/font" Target="fonts/9dc36e68-53ff-426d-8008-7f4615b3a66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208335" cy="53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022276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ASE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74701"/>
            <a:ext cx="1010126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Self-Healing Multi-Model Adaptive Fallback Routing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29062"/>
            <a:ext cx="281285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71962"/>
            <a:ext cx="267890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2420030566 (Shubaroop)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46252"/>
            <a:ext cx="267890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2420030419 (Suhaas)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20542"/>
            <a:ext cx="267890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2420030080 (Saketh)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94833"/>
            <a:ext cx="267890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2420030358 (Hanush)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725" y="3929062"/>
            <a:ext cx="143017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4725" y="4271962"/>
            <a:ext cx="1362075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G. Lavanya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09600"/>
            <a:ext cx="1019621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0337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9576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14826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624012"/>
            <a:ext cx="58607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Continuous AI Application Uptime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5612"/>
            <a:ext cx="63007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Autonomic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48037"/>
            <a:ext cx="6000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Real-time primary AI model performance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19537"/>
            <a:ext cx="6500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Fault-Tolerant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71962"/>
            <a:ext cx="5048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Prevents infinite loading screens and application crashes.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10162"/>
            <a:ext cx="6500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Dynamic Rerouting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62587"/>
            <a:ext cx="5048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Autonomous shifts to lightweight models or pre-cached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8203"/>
            <a:ext cx="2200275" cy="2807493"/>
          </a:xfrm>
          <a:prstGeom prst="roundRect">
            <a:avLst>
              <a:gd name="adj" fmla="val 51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33775" y="2768203"/>
            <a:ext cx="2200275" cy="2807493"/>
          </a:xfrm>
          <a:prstGeom prst="roundRect">
            <a:avLst>
              <a:gd name="adj" fmla="val 51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57950" y="2838450"/>
            <a:ext cx="2200275" cy="2667000"/>
          </a:xfrm>
          <a:prstGeom prst="roundRect">
            <a:avLst>
              <a:gd name="adj" fmla="val 51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82125" y="2768203"/>
            <a:ext cx="2200275" cy="2807493"/>
          </a:xfrm>
          <a:prstGeom prst="roundRect">
            <a:avLst>
              <a:gd name="adj" fmla="val 51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019621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5" y="401955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4019550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019550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49203"/>
            <a:ext cx="1590675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575" y="3149203"/>
            <a:ext cx="1590675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0" y="3269158"/>
            <a:ext cx="1590675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6925" y="3149203"/>
            <a:ext cx="1590675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1219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Autonomous Rerouting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857" y="3835003"/>
            <a:ext cx="20877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1.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65" y="4235053"/>
            <a:ext cx="1988343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Track primary AI latency and hardware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032" y="3835003"/>
            <a:ext cx="20877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2. 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740" y="4235053"/>
            <a:ext cx="1988343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Identify network timeouts or resource exhaustion.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4207" y="3954958"/>
            <a:ext cx="20877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Inter"/>
              </a:rPr>
              <a:t>3. Intercept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3915" y="4355008"/>
            <a:ext cx="1988343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Dynamically redirect the failed user query.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8382" y="3835003"/>
            <a:ext cx="20877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4. 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8090" y="4235053"/>
            <a:ext cx="1988343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Deliver cached response or fallback model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1268"/>
            <a:ext cx="5334000" cy="1543050"/>
          </a:xfrm>
          <a:prstGeom prst="roundRect">
            <a:avLst>
              <a:gd name="adj" fmla="val 987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31268"/>
            <a:ext cx="5334000" cy="1543050"/>
          </a:xfrm>
          <a:prstGeom prst="roundRect">
            <a:avLst>
              <a:gd name="adj" fmla="val 987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60093"/>
            <a:ext cx="5334000" cy="1543050"/>
          </a:xfrm>
          <a:prstGeom prst="roundRect">
            <a:avLst>
              <a:gd name="adj" fmla="val 987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450556"/>
            <a:ext cx="5334000" cy="1762125"/>
          </a:xfrm>
          <a:prstGeom prst="roundRect">
            <a:avLst>
              <a:gd name="adj" fmla="val 8648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019621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997993"/>
            <a:ext cx="4572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2997993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5026818"/>
            <a:ext cx="5334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5026818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219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Architecture &amp; Prerequisites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790700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Inter"/>
              </a:rPr>
              <a:t>Core technologies enabling the resilient fallback engine.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8325" y="3002756"/>
            <a:ext cx="293786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Backend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8325" y="3374231"/>
            <a:ext cx="2797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Java 21 and Spring Boot.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9525" y="3002756"/>
            <a:ext cx="351293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Frontend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9525" y="3374231"/>
            <a:ext cx="33456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React application via Node.js.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4525" y="5031581"/>
            <a:ext cx="46005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Persistent 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4525" y="5403056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PostgreSQL database with pgAdmin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9525" y="4917281"/>
            <a:ext cx="4562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AI Model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9525" y="5288756"/>
            <a:ext cx="358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Ollama for serving primary and fallback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9750" y="2095500"/>
            <a:ext cx="85725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09750" y="3146375"/>
            <a:ext cx="85725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9750" y="4197250"/>
            <a:ext cx="85725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9750" y="5248126"/>
            <a:ext cx="8572500" cy="10001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95500" y="23669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9750" y="2095500"/>
            <a:ext cx="5715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95500" y="34178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9750" y="3146375"/>
            <a:ext cx="5715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95500" y="446871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9750" y="4197250"/>
            <a:ext cx="5715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5500" y="55195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9750" y="5248126"/>
            <a:ext cx="57150" cy="10001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019621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1219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Execution &amp; Testing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2625" y="2366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41783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2625" y="4468713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2625" y="5519588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0" y="2324100"/>
            <a:ext cx="9334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Database Initialization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0" y="2638425"/>
            <a:ext cx="9120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Start the PostgreSQL database server.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0" y="3374975"/>
            <a:ext cx="9334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Model Servicing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0" y="3689300"/>
            <a:ext cx="9120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Launch the Ollama service locally.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0" y="4425850"/>
            <a:ext cx="9334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Application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500" y="4740175"/>
            <a:ext cx="9120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Run Spring Boot backend and React frontend.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0" y="5476726"/>
            <a:ext cx="9334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Simulate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7500" y="5791051"/>
            <a:ext cx="9120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Stop primary server to observe real-time rerouting.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95500"/>
            <a:ext cx="2072580" cy="4152900"/>
          </a:xfrm>
          <a:prstGeom prst="roundRect">
            <a:avLst>
              <a:gd name="adj" fmla="val 551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2095500"/>
            <a:ext cx="2072580" cy="4152900"/>
          </a:xfrm>
          <a:prstGeom prst="roundRect">
            <a:avLst>
              <a:gd name="adj" fmla="val 551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2095500"/>
            <a:ext cx="2072580" cy="4152900"/>
          </a:xfrm>
          <a:prstGeom prst="roundRect">
            <a:avLst>
              <a:gd name="adj" fmla="val 551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2095500"/>
            <a:ext cx="2072580" cy="4152900"/>
          </a:xfrm>
          <a:prstGeom prst="roundRect">
            <a:avLst>
              <a:gd name="adj" fmla="val 5514"/>
            </a:avLst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2095500"/>
            <a:ext cx="2072580" cy="4152900"/>
          </a:xfrm>
          <a:prstGeom prst="roundRect">
            <a:avLst>
              <a:gd name="adj" fmla="val 5514"/>
            </a:avLst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6765" y="2419350"/>
            <a:ext cx="1238250" cy="2762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51745" y="2419350"/>
            <a:ext cx="1238250" cy="2762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76726" y="2419350"/>
            <a:ext cx="1238250" cy="2762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7931" y="2419350"/>
            <a:ext cx="685800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02912" y="2419350"/>
            <a:ext cx="685800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019621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5" y="2495550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045" y="2495550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026" y="2495550"/>
            <a:ext cx="11430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381000" y="1219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Project Phases &amp; 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283" y="2476500"/>
            <a:ext cx="13192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Inter"/>
              </a:rPr>
              <a:t>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825" y="2924175"/>
            <a:ext cx="104013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Inter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9" y="3305175"/>
            <a:ext cx="1971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15803D"/>
                </a:solidFill>
                <a:latin typeface="Inter"/>
              </a:rPr>
              <a:t>Problem Identification &amp; Literature 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1264" y="2476500"/>
            <a:ext cx="13192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Inter"/>
              </a:rP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0803" y="2924175"/>
            <a:ext cx="10801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Inter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5070" y="3305175"/>
            <a:ext cx="1971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15803D"/>
                </a:solidFill>
                <a:latin typeface="Inter"/>
              </a:rPr>
              <a:t>Requirements Analysis &amp; System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6244" y="2476500"/>
            <a:ext cx="13192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Inter"/>
              </a:rPr>
              <a:t>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5783" y="2924175"/>
            <a:ext cx="10801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Inter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0050" y="3305175"/>
            <a:ext cx="19716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15803D"/>
                </a:solidFill>
                <a:latin typeface="Inter"/>
              </a:rPr>
              <a:t>AI Model Integration &amp; Platform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9356" y="2476500"/>
            <a:ext cx="742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TO-DO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5763" y="2924175"/>
            <a:ext cx="10901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5031" y="3305175"/>
            <a:ext cx="1971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Testing &amp; Performance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4337" y="2476500"/>
            <a:ext cx="742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TO-DO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0745" y="2924175"/>
            <a:ext cx="107013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0011" y="3305175"/>
            <a:ext cx="1971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Deployment &amp; Final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61962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208335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58270" y="2733675"/>
            <a:ext cx="3675459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0997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Questions regarding the fallback routing architecture or execution protocol?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942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https://media.easy-peasy.ai/6c7a9112-5a43-46c2-9ebe-1cade0e9f155/fc5189a8-de88-44c9-bcf4-6933a2592410_medium.webp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197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